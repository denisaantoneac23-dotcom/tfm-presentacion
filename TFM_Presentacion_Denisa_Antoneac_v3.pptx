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que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interaccion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estandar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jerarquico.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La alta autoestima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 causa todo: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pide mas rigor.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Emociones positivas, funcionamiento psicológico y social </a:t>
            </a:r>
            <a:r>
              <a:rPr b="0" dirty="0">
                <a:latin typeface="Segoe UI"/>
              </a:rPr>
              <a:t>(Keyes).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0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3 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