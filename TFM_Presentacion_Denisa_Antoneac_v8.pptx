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6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040" y="169926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43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300" b="0" dirty="0">
                <a:solidFill>
                  <a:srgbClr val="2E2A3A"/>
                </a:solidFill>
                <a:latin typeface="Georgia"/>
              </a:rPr>
              <a:t>     </a:t>
            </a:r>
            <a:r>
              <a:rPr lang="es-ES" sz="43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bienestar</a:t>
            </a:r>
            <a:endParaRPr sz="43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200" y="3382518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400" b="0" dirty="0">
                <a:solidFill>
                  <a:srgbClr val="4C4954"/>
                </a:solidFill>
                <a:latin typeface="Segoe UI"/>
              </a:rPr>
              <a:t>Una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revisión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paraguas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de meta-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análisis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lang="es-ES" sz="2400" b="0" dirty="0">
                <a:solidFill>
                  <a:srgbClr val="4C4954"/>
                </a:solidFill>
                <a:latin typeface="Segoe UI"/>
              </a:rPr>
              <a:t>   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psicología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y de la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4276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851265" y="2921000"/>
            <a:ext cx="3302000" cy="3302000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6903992" y="2804377"/>
            <a:ext cx="3347902" cy="3291623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E2A3A"/>
                </a:solidFill>
              </a:rPr>
              <a:t>Falacias jingle / jangle</a:t>
            </a:r>
          </a:p>
          <a:p>
            <a:pPr algn="l"/>
            <a:r>
              <a:rPr sz="900" b="0">
                <a:solidFill>
                  <a:srgbClr val="4C4954"/>
                </a:solidFill>
              </a:rPr>
              <a:t>Jingle: mismo nombre, constructos distintos.  Jangle: mismo constructo, nombres distintos.  El instrumento elegido define qué constructo se mide realmente.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3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yo-espejo: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vemos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ven los demás.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en la interacción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estándar de la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autoestima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Autoconcepto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y jerárquico.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Efectos causales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más modestos de lo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esperado: urge rigor.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Emociones positivas, funcionamiento psicológico y social </a:t>
            </a:r>
            <a:r>
              <a:rPr b="0" dirty="0">
                <a:latin typeface="Segoe UI"/>
              </a:rPr>
              <a:t>(Keyes).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4 bases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+ 5 fuentes de literatura gris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10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11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12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13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14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Del proceso</a:t>
            </a: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15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16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9808" y="1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808" y="1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9808" y="2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Justificación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9808" y="2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Por qué este trabajo y qué añade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0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9808" y="31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9808" y="34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General y cuatro específicos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8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9808" y="39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Método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9808" y="42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Diseño PECO, búsqueda y selección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5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9808" y="4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9808" y="4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Corpus, calidad AMSTAR-2 y síntesis por bloques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9808" y="5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Discusión y 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9808" y="5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Implicaciones clínicas, limitaciones y líneas futuras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30" name="Oval 2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1628</Words>
  <Application>Microsoft Office PowerPoint</Application>
  <PresentationFormat>Panorámica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3</cp:revision>
  <dcterms:created xsi:type="dcterms:W3CDTF">2026-06-15T14:36:44Z</dcterms:created>
  <dcterms:modified xsi:type="dcterms:W3CDTF">2026-06-21T10:21:30Z</dcterms:modified>
</cp:coreProperties>
</file>